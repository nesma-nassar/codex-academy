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arlow Light" panose="00000400000000000000" pitchFamily="2" charset="0"/>
      <p:regular r:id="rId13"/>
      <p:italic r:id="rId14"/>
    </p:embeddedFont>
    <p:embeddedFont>
      <p:font typeface="Montserrat" panose="000005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29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10" Type="http://schemas.openxmlformats.org/officeDocument/2006/relationships/image" Target="../media/image3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91927" y="489871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CODEX Academy: Gamified Programming Education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3600450" y="3363395"/>
            <a:ext cx="47671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motivating, professional introduction to CodeQuest Academy — a C++ &amp; Qt desktop app that teaches programming through gamified lessons, AI help, and polished dark UI.</a:t>
            </a:r>
            <a:endParaRPr lang="en-US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120992-9FCC-1BF8-2523-814193242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127" y="-295044"/>
            <a:ext cx="1317828" cy="131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858640"/>
            <a:ext cx="2850803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Who it's for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3902943" y="2418011"/>
            <a:ext cx="476711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Students, community learners, and beginner developers in Egypt who prefer interactive, bite-sized learning on the desktop. Ideal for learners who want hands-on practice with immediate feedback and clear milestones.</a:t>
            </a:r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7C38A-F669-7A85-5375-CE4D82C13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127" y="-147333"/>
            <a:ext cx="1317828" cy="131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489570"/>
            <a:ext cx="4767114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Learning Roadmap — Smart Progression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473943" y="1405235"/>
            <a:ext cx="47671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modules unlock automatically: watch a lesson video → pass a quiz → complete a mini-project. Adaptive rules let stronger learners skip redundant repeats while ensuring mastery before advances.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73943" y="2207642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43" y="2418606"/>
            <a:ext cx="2315840" cy="19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3943" y="252434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Video Lessons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73943" y="2828181"/>
            <a:ext cx="231584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 focused videos (5–12 minutes) that teach one concept at a time.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2925142" y="2207642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142" y="2418606"/>
            <a:ext cx="2315914" cy="190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925142" y="252434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Interactive Quizzes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2925142" y="2828181"/>
            <a:ext cx="23159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Auto-graded quizzes validate understanding; thresholds control unlocking.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73943" y="3715122"/>
            <a:ext cx="270793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43" y="3912617"/>
            <a:ext cx="4767114" cy="190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3943" y="403182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Micro Projects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473943" y="4335661"/>
            <a:ext cx="47671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Hands-on tasks that reinforce concepts and generate portfolio pieces.</a:t>
            </a:r>
            <a:endParaRPr lang="en-US" sz="1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EA56CC-6388-11E3-1EA4-680795B963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0127" y="-231739"/>
            <a:ext cx="1317828" cy="131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70835" y="193700"/>
            <a:ext cx="4885730" cy="623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Assistant — Real-time Debugging &amp; Guidance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3843635" y="1138535"/>
            <a:ext cx="488573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Cloud-integrated AI helps students debug, explains logic in Arabic, and suggests incremental fixes. Students can request hints, code examples, or conceptual summaries without leaving the app.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9510" y="2398916"/>
            <a:ext cx="296168" cy="296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43635" y="2408161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Contextual Help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3452366" y="2764266"/>
            <a:ext cx="2091186" cy="831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Detects errors from compiler output and suggests targeted fixes.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7559" y="3281660"/>
            <a:ext cx="296168" cy="296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43635" y="3281660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Explain Like I'm 5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2959745" y="3549431"/>
            <a:ext cx="4885730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Breaks down complex concepts into simple, step-by-step explanations in Arabic.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18751" y="4340651"/>
            <a:ext cx="296168" cy="296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384500" y="4349353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Safe Mode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3166835" y="4636819"/>
            <a:ext cx="4885730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Filters unsafe operations and gives secure coding recommendations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693D414-27E5-2AC6-30B9-1526FBD7AC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0127" y="-295044"/>
            <a:ext cx="1317828" cy="131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5894" y="21993"/>
            <a:ext cx="4767114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2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 Dark Theme — Polished Desktop Experience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55894" y="1049389"/>
            <a:ext cx="47671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Premium dark theme implemented with advanced Qt Style Sheets (QSS): consistent typography, accessible contrast, subtle motion, and theme accents using brand colors.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15344" y="2475650"/>
            <a:ext cx="1634533" cy="2596620"/>
          </a:xfrm>
          <a:prstGeom prst="roundRect">
            <a:avLst>
              <a:gd name="adj" fmla="val 21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55894" y="2529221"/>
            <a:ext cx="12185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QSS-driven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76056" y="2866485"/>
            <a:ext cx="121853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Reusable style tokens for buttons, inputs, and code panes.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966947" y="2498934"/>
            <a:ext cx="1633504" cy="2596619"/>
          </a:xfrm>
          <a:prstGeom prst="roundRect">
            <a:avLst>
              <a:gd name="adj" fmla="val 21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237573" y="2424589"/>
            <a:ext cx="163350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Responsive</a:t>
            </a: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Layouts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150113" y="2979833"/>
            <a:ext cx="1218530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Resizes smoothly across screen sizes and resolutions on desktop.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12968" y="2536942"/>
            <a:ext cx="1633504" cy="2535328"/>
          </a:xfrm>
          <a:prstGeom prst="roundRect">
            <a:avLst>
              <a:gd name="adj" fmla="val 21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871077" y="2577825"/>
            <a:ext cx="12185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Accessibility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962735" y="2866485"/>
            <a:ext cx="1218530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High-contrast modes and keyboard navigation for inclusive learning.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1280BB-E1F5-09AA-864B-E8D2658E6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127" y="-295044"/>
            <a:ext cx="1317828" cy="131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9623" y="357262"/>
            <a:ext cx="393136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Progress Tracking &amp; Motivation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269961" y="941504"/>
            <a:ext cx="8196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XP bars, tiered badges, and personal profiles motivate learners with visible growth and social sharing options to celebrate milestones.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23" y="1947565"/>
            <a:ext cx="759544" cy="7595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8047" y="1992886"/>
            <a:ext cx="169046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Achievement Badges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58047" y="2394191"/>
            <a:ext cx="169046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Earn badges for concepts mastered and mini-projects completed.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159" y="1836241"/>
            <a:ext cx="759544" cy="7595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50119" y="2054237"/>
            <a:ext cx="169046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XP &amp; Levels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401703" y="2414494"/>
            <a:ext cx="1690464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XP is awarded for lessons, quizzes, and peer reviews; level unlocks content and cosmetic rewards.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2167" y="1897112"/>
            <a:ext cx="759544" cy="7595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79593" y="2054236"/>
            <a:ext cx="169046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Detailed Profiles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084695" y="2414494"/>
            <a:ext cx="169046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strengths, weak areas, and suggested revision paths.</a:t>
            </a:r>
            <a:endParaRPr lang="en-US" sz="17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CFFF14-78A2-D2F6-AFE7-4A45A8DC0D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0127" y="-295044"/>
            <a:ext cx="1317828" cy="131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33168" y="183376"/>
            <a:ext cx="3419847" cy="328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Community &amp; Social Learning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3788513" y="655756"/>
            <a:ext cx="4841230" cy="575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Integrated leaderboards, peer review of micro-projects, and community challenges create a supportive learning ecosystem that rewards collaboration.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5885" y="1875297"/>
            <a:ext cx="312018" cy="3285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65885" y="2179874"/>
            <a:ext cx="1642542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Leaderboards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3865885" y="2426562"/>
            <a:ext cx="4841230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Friendly competition with weekly challenges.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65885" y="2713881"/>
            <a:ext cx="312018" cy="3120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65885" y="3169741"/>
            <a:ext cx="1642542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Peer Reviews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3865885" y="3443957"/>
            <a:ext cx="4841230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give feedback, improving both reviewers and authors.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5885" y="3866034"/>
            <a:ext cx="312018" cy="3120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865885" y="4321894"/>
            <a:ext cx="1642542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Study Groups</a:t>
            </a:r>
            <a:endParaRPr lang="en-US" sz="2050" dirty="0"/>
          </a:p>
        </p:txBody>
      </p:sp>
      <p:sp>
        <p:nvSpPr>
          <p:cNvPr id="13" name="Text 7"/>
          <p:cNvSpPr/>
          <p:nvPr/>
        </p:nvSpPr>
        <p:spPr>
          <a:xfrm>
            <a:off x="3865885" y="4596110"/>
            <a:ext cx="4841230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 topic-based squads for sustained practice and mentorship</a:t>
            </a: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5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9964B7-8D44-F399-C4EB-B5AF19718D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201" y="283253"/>
            <a:ext cx="1317828" cy="131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7634" y="213346"/>
            <a:ext cx="4767114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Architecture — How Smart Progression Works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43" y="1733922"/>
            <a:ext cx="4767114" cy="178884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5111" y="2189572"/>
            <a:ext cx="246241" cy="24624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325725" y="3084811"/>
            <a:ext cx="719023" cy="14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Retry Path</a:t>
            </a:r>
            <a:endParaRPr lang="en-US" sz="145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43638" y="2190033"/>
            <a:ext cx="246241" cy="246241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419559" y="3084811"/>
            <a:ext cx="719023" cy="14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Unlock Next</a:t>
            </a:r>
            <a:endParaRPr lang="en-US" sz="145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42397" y="2190033"/>
            <a:ext cx="246241" cy="246241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518318" y="3011939"/>
            <a:ext cx="719023" cy="29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Pass Threshold</a:t>
            </a:r>
            <a:endParaRPr lang="en-US" sz="145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41156" y="2190033"/>
            <a:ext cx="246241" cy="246241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617077" y="3084811"/>
            <a:ext cx="719023" cy="14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Quiz Attempt</a:t>
            </a:r>
            <a:endParaRPr lang="en-US" sz="145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4990" y="2190033"/>
            <a:ext cx="246241" cy="246241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696136" y="3011939"/>
            <a:ext cx="719023" cy="29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Video Completed</a:t>
            </a:r>
            <a:endParaRPr lang="en-US" sz="1450" dirty="0"/>
          </a:p>
        </p:txBody>
      </p:sp>
      <p:sp>
        <p:nvSpPr>
          <p:cNvPr id="15" name="Text 6"/>
          <p:cNvSpPr/>
          <p:nvPr/>
        </p:nvSpPr>
        <p:spPr>
          <a:xfrm>
            <a:off x="473943" y="3675087"/>
            <a:ext cx="47671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evaluates completion events and quiz scores, applies rule sets (pass thresholds, retries, exemptions), and updates the learner's state in real time.</a:t>
            </a:r>
            <a:endParaRPr lang="en-US" sz="17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F8EA111-1FE7-58A6-FDA8-A3A26E41A7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0127" y="-295044"/>
            <a:ext cx="1317828" cy="131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11" y="420291"/>
            <a:ext cx="5100340" cy="34002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2737" y="68610"/>
            <a:ext cx="2465189" cy="28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 Stack &amp; Scalability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24104" y="861183"/>
            <a:ext cx="2622426" cy="797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with C++ and Qt for native desktop performance. Cloud services power the AI assistant and analytics; modular plugins allow future language support and new content packs.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341525" y="3889717"/>
            <a:ext cx="2839006" cy="1083212"/>
          </a:xfrm>
          <a:prstGeom prst="roundRect">
            <a:avLst>
              <a:gd name="adj" fmla="val 32920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00683" y="4145831"/>
            <a:ext cx="1447651" cy="18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00683" y="4380309"/>
            <a:ext cx="2355577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C++ (core logic) + Qt (UI, QSS)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69902" y="3889717"/>
            <a:ext cx="2604121" cy="1185173"/>
          </a:xfrm>
          <a:prstGeom prst="roundRect">
            <a:avLst>
              <a:gd name="adj" fmla="val 32920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394174" y="4145831"/>
            <a:ext cx="1447651" cy="18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394174" y="4380309"/>
            <a:ext cx="2355577" cy="31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Cloud-based assistant (secure API integration)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63393" y="3889717"/>
            <a:ext cx="2962557" cy="1253783"/>
          </a:xfrm>
          <a:prstGeom prst="roundRect">
            <a:avLst>
              <a:gd name="adj" fmla="val 32920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02031" y="4021559"/>
            <a:ext cx="1447651" cy="18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46898" y="4273506"/>
            <a:ext cx="2355577" cy="31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 for progress, adaptive recommendations, and A/B experiments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5C8BCF-96F5-4202-4D5C-BF54CE564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055" y="16838"/>
            <a:ext cx="1317828" cy="131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384185"/>
            <a:ext cx="3384500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Next Steps &amp; Call to Action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473943" y="909623"/>
            <a:ext cx="4767114" cy="1008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 with a university cohort — gather feedback and telemetry.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Localize curriculum and AI responses into Arabic (Egyptian dialect).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community content contributions and student showcases.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 SDK for plugin lessons and third-party integrations.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65115" y="3926574"/>
            <a:ext cx="4767114" cy="1008683"/>
          </a:xfrm>
          <a:prstGeom prst="roundRect">
            <a:avLst>
              <a:gd name="adj" fmla="val 32220"/>
            </a:avLst>
          </a:prstGeom>
          <a:solidFill>
            <a:srgbClr val="BEDF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02" y="3135437"/>
            <a:ext cx="169218" cy="1353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595" y="3846563"/>
            <a:ext cx="419181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Want this deck adapted for instructors or a technical spec? I can generate a speaker script, onboarding checklist, or developer API overview in Arabic.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77AE3D-6E65-08E7-492A-D0340D822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127" y="-295044"/>
            <a:ext cx="1317828" cy="131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627</Words>
  <Application>Microsoft Office PowerPoint</Application>
  <PresentationFormat>On-screen Show (16:9)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Barlow Bold</vt:lpstr>
      <vt:lpstr>Barlow Light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nesma mohamed abdellatif abdelaziz</cp:lastModifiedBy>
  <cp:revision>2</cp:revision>
  <dcterms:created xsi:type="dcterms:W3CDTF">2026-05-04T21:09:58Z</dcterms:created>
  <dcterms:modified xsi:type="dcterms:W3CDTF">2026-05-04T21:26:28Z</dcterms:modified>
</cp:coreProperties>
</file>